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Commercial Banking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Increasing adoption of AI in banking operations.</a:t>
            </a:r>
          </a:p>
          <a:p>
            <a:pPr>
              <a:defRPr sz="1400"/>
            </a:pPr>
            <a:r>
              <a:t>Rising demand for real-time data analytics.</a:t>
            </a:r>
          </a:p>
          <a:p>
            <a:pPr>
              <a:defRPr sz="1400"/>
            </a:pPr>
            <a:r>
              <a:t>Growing competition from fintech startups.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Processing (NLP)</a:t>
            </a:r>
          </a:p>
          <a:p>
            <a:pPr>
              <a:defRPr sz="1400"/>
            </a:pPr>
            <a:r>
              <a:t>Predictive Analytics</a:t>
            </a:r>
          </a:p>
          <a:p>
            <a:pPr>
              <a:defRPr sz="1400"/>
            </a:pPr>
            <a:r>
              <a:t>Machine Learning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Enhanced decision-making capabilities.</a:t>
            </a:r>
          </a:p>
          <a:p>
            <a:pPr>
              <a:defRPr sz="1400"/>
            </a:pPr>
            <a:r>
              <a:t>Improved customer experience through personalization.</a:t>
            </a:r>
          </a:p>
          <a:p>
            <a:pPr>
              <a:defRPr sz="1400"/>
            </a:pPr>
            <a:r>
              <a:t>Cost reduction via automation and efficiency gains.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